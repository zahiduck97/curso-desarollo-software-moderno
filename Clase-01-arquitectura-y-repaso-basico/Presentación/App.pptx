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5" r:id="rId3"/>
    <p:sldId id="266" r:id="rId4"/>
    <p:sldId id="267" r:id="rId5"/>
    <p:sldId id="268" r:id="rId6"/>
    <p:sldId id="269" r:id="rId7"/>
    <p:sldId id="270" r:id="rId8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141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7" autoAdjust="0"/>
    <p:restoredTop sz="94280" autoAdjust="0"/>
  </p:normalViewPr>
  <p:slideViewPr>
    <p:cSldViewPr snapToGrid="0">
      <p:cViewPr varScale="1">
        <p:scale>
          <a:sx n="284" d="100"/>
          <a:sy n="284" d="100"/>
        </p:scale>
        <p:origin x="113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8DC8F-CB6F-4533-A8E2-F07682B5833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2AB5F-591D-4B56-9091-1F8F97E451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9297"/>
            <a:ext cx="2400300" cy="636693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60543"/>
            <a:ext cx="2400300" cy="441537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0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55930"/>
            <a:ext cx="2760345" cy="760730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23857"/>
            <a:ext cx="2760345" cy="400050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7367"/>
            <a:ext cx="276034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8310"/>
            <a:ext cx="1353919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68020"/>
            <a:ext cx="1353919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8310"/>
            <a:ext cx="1360587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68020"/>
            <a:ext cx="1360587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63314"/>
            <a:ext cx="1620203" cy="1299633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63314"/>
            <a:ext cx="1620203" cy="1299633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7367"/>
            <a:ext cx="690086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7367"/>
            <a:ext cx="2030254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7367"/>
            <a:ext cx="276034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95027"/>
            <a:ext cx="108013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325" indent="-60325" algn="l" defTabSz="240030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35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37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54038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6040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8041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90043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102044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43361" t="42898" r="5342" b="25328"/>
          <a:stretch>
            <a:fillRect/>
          </a:stretch>
        </p:blipFill>
        <p:spPr>
          <a:xfrm>
            <a:off x="0" y="320"/>
            <a:ext cx="3200400" cy="182848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862909" y="1111010"/>
            <a:ext cx="834390" cy="334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n-US" sz="1575" dirty="0">
                <a:solidFill>
                  <a:srgbClr val="363537"/>
                </a:solidFill>
                <a:latin typeface="Aharoni" panose="02010803020104030203" pitchFamily="2" charset="-79"/>
                <a:ea typeface="Roboto Bk" pitchFamily="2" charset="0"/>
                <a:cs typeface="Aharoni" panose="02010803020104030203" pitchFamily="2" charset="-79"/>
              </a:rPr>
              <a:t>CURSO</a:t>
            </a:r>
            <a:endParaRPr lang="es-MX" altLang="en-US" sz="1575" dirty="0">
              <a:solidFill>
                <a:srgbClr val="363537"/>
              </a:solidFill>
              <a:latin typeface="Aharoni" panose="02010803020104030203" pitchFamily="2" charset="-79"/>
              <a:ea typeface="Roboto Bk" pitchFamily="2" charset="0"/>
              <a:cs typeface="Aharoni" panose="02010803020104030203" pitchFamily="2" charset="-79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875322" y="1317029"/>
            <a:ext cx="1315720" cy="187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altLang="en-US" sz="630" spc="79" dirty="0">
                <a:solidFill>
                  <a:srgbClr val="363537"/>
                </a:solidFill>
                <a:latin typeface="Roboto"/>
              </a:rPr>
              <a:t>construir software moderno</a:t>
            </a:r>
            <a:endParaRPr lang="es-MX" altLang="en-US" sz="630" spc="79" dirty="0">
              <a:solidFill>
                <a:srgbClr val="363537"/>
              </a:solidFill>
              <a:latin typeface="Roboto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64650" y="622833"/>
            <a:ext cx="351310" cy="347500"/>
            <a:chOff x="2211310" y="622833"/>
            <a:chExt cx="351310" cy="347500"/>
          </a:xfrm>
        </p:grpSpPr>
        <p:sp>
          <p:nvSpPr>
            <p:cNvPr id="2" name="Half Frame 1"/>
            <p:cNvSpPr/>
            <p:nvPr/>
          </p:nvSpPr>
          <p:spPr>
            <a:xfrm>
              <a:off x="2211310" y="62283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7" name="Half Frame 6"/>
            <p:cNvSpPr/>
            <p:nvPr/>
          </p:nvSpPr>
          <p:spPr>
            <a:xfrm rot="10800000">
              <a:off x="2230360" y="63807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55883" t="33452" r="15262" b="13956"/>
          <a:stretch>
            <a:fillRect/>
          </a:stretch>
        </p:blipFill>
        <p:spPr>
          <a:xfrm rot="16200000">
            <a:off x="692946" y="-678657"/>
            <a:ext cx="1814511" cy="3200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2271" y="61019"/>
            <a:ext cx="14986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363537"/>
                </a:solidFill>
                <a:latin typeface="AlternateGothic2 BT" panose="020B0608020202050204" pitchFamily="34" charset="0"/>
                <a:ea typeface="Roboto Bk" pitchFamily="2" charset="0"/>
                <a:cs typeface="Aharoni" panose="02010803020104030203" pitchFamily="2" charset="-79"/>
              </a:rPr>
              <a:t>BASIC APP</a:t>
            </a:r>
            <a:endParaRPr lang="es-MX" dirty="0">
              <a:solidFill>
                <a:srgbClr val="363537"/>
              </a:solidFill>
              <a:latin typeface="AlternateGothic2 BT" panose="020B0608020202050204" pitchFamily="34" charset="0"/>
              <a:ea typeface="Roboto Bk" pitchFamily="2" charset="0"/>
              <a:cs typeface="Aharoni" panose="02010803020104030203" pitchFamily="2" charset="-79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8735" y="36830"/>
            <a:ext cx="76200" cy="76200"/>
            <a:chOff x="2211310" y="622833"/>
            <a:chExt cx="351310" cy="347500"/>
          </a:xfrm>
        </p:grpSpPr>
        <p:sp>
          <p:nvSpPr>
            <p:cNvPr id="49" name="Half Frame 48"/>
            <p:cNvSpPr/>
            <p:nvPr/>
          </p:nvSpPr>
          <p:spPr>
            <a:xfrm>
              <a:off x="2211310" y="62283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50" name="Half Frame 49"/>
            <p:cNvSpPr/>
            <p:nvPr/>
          </p:nvSpPr>
          <p:spPr>
            <a:xfrm rot="10800000">
              <a:off x="2230360" y="63807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 descr="Basic App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536575"/>
            <a:ext cx="3154680" cy="887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55883" t="33452" r="15262" b="13956"/>
          <a:stretch>
            <a:fillRect/>
          </a:stretch>
        </p:blipFill>
        <p:spPr>
          <a:xfrm rot="16200000">
            <a:off x="692946" y="-678657"/>
            <a:ext cx="1814511" cy="3200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5400000">
            <a:off x="2205331" y="574099"/>
            <a:ext cx="14192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363537"/>
                </a:solidFill>
                <a:latin typeface="AlternateGothic2 BT" panose="020B0608020202050204" pitchFamily="34" charset="0"/>
                <a:ea typeface="Roboto Bk" pitchFamily="2" charset="0"/>
                <a:cs typeface="Aharoni" panose="02010803020104030203" pitchFamily="2" charset="-79"/>
              </a:rPr>
              <a:t>REAL APP</a:t>
            </a:r>
            <a:endParaRPr lang="es-MX" dirty="0">
              <a:solidFill>
                <a:srgbClr val="363537"/>
              </a:solidFill>
              <a:latin typeface="AlternateGothic2 BT" panose="020B0608020202050204" pitchFamily="34" charset="0"/>
              <a:ea typeface="Roboto Bk" pitchFamily="2" charset="0"/>
              <a:cs typeface="Aharoni" panose="02010803020104030203" pitchFamily="2" charset="-79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8735" y="36830"/>
            <a:ext cx="76200" cy="76200"/>
            <a:chOff x="2211310" y="622833"/>
            <a:chExt cx="351310" cy="347500"/>
          </a:xfrm>
        </p:grpSpPr>
        <p:sp>
          <p:nvSpPr>
            <p:cNvPr id="49" name="Half Frame 48"/>
            <p:cNvSpPr/>
            <p:nvPr/>
          </p:nvSpPr>
          <p:spPr>
            <a:xfrm>
              <a:off x="2211310" y="62283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50" name="Half Frame 49"/>
            <p:cNvSpPr/>
            <p:nvPr/>
          </p:nvSpPr>
          <p:spPr>
            <a:xfrm rot="10800000">
              <a:off x="2230360" y="63807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pic>
        <p:nvPicPr>
          <p:cNvPr id="7" name="Imagen 6" descr="Real App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48895"/>
            <a:ext cx="2376805" cy="172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55883" t="33452" r="15262" b="13956"/>
          <a:stretch>
            <a:fillRect/>
          </a:stretch>
        </p:blipFill>
        <p:spPr>
          <a:xfrm rot="16200000">
            <a:off x="692946" y="-678657"/>
            <a:ext cx="1814511" cy="3200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58671" y="21649"/>
            <a:ext cx="979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363537"/>
                </a:solidFill>
                <a:latin typeface="AlternateGothic2 BT" panose="020B0608020202050204" pitchFamily="34" charset="0"/>
                <a:ea typeface="Roboto Bk" pitchFamily="2" charset="0"/>
                <a:cs typeface="Aharoni" panose="02010803020104030203" pitchFamily="2" charset="-79"/>
              </a:rPr>
              <a:t>ROLES</a:t>
            </a:r>
            <a:endParaRPr lang="es-MX" dirty="0">
              <a:solidFill>
                <a:srgbClr val="363537"/>
              </a:solidFill>
              <a:latin typeface="AlternateGothic2 BT" panose="020B0608020202050204" pitchFamily="34" charset="0"/>
              <a:ea typeface="Roboto Bk" pitchFamily="2" charset="0"/>
              <a:cs typeface="Aharoni" panose="02010803020104030203" pitchFamily="2" charset="-79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8735" y="36830"/>
            <a:ext cx="76200" cy="76200"/>
            <a:chOff x="2211310" y="622833"/>
            <a:chExt cx="351310" cy="347500"/>
          </a:xfrm>
        </p:grpSpPr>
        <p:sp>
          <p:nvSpPr>
            <p:cNvPr id="49" name="Half Frame 48"/>
            <p:cNvSpPr/>
            <p:nvPr/>
          </p:nvSpPr>
          <p:spPr>
            <a:xfrm>
              <a:off x="2211310" y="62283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50" name="Half Frame 49"/>
            <p:cNvSpPr/>
            <p:nvPr/>
          </p:nvSpPr>
          <p:spPr>
            <a:xfrm rot="10800000">
              <a:off x="2230360" y="63807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 descr="Roles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1590"/>
            <a:ext cx="1816735" cy="177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55883" t="33452" r="15262" b="13956"/>
          <a:stretch>
            <a:fillRect/>
          </a:stretch>
        </p:blipFill>
        <p:spPr>
          <a:xfrm rot="16200000">
            <a:off x="692946" y="-693262"/>
            <a:ext cx="1814511" cy="3200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0401" y="36889"/>
            <a:ext cx="13982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363537"/>
                </a:solidFill>
                <a:latin typeface="AlternateGothic2 BT" panose="020B0608020202050204" pitchFamily="34" charset="0"/>
                <a:ea typeface="Roboto Bk" pitchFamily="2" charset="0"/>
                <a:cs typeface="Aharoni" panose="02010803020104030203" pitchFamily="2" charset="-79"/>
              </a:rPr>
              <a:t>ON-PREM</a:t>
            </a:r>
            <a:endParaRPr lang="es-MX" dirty="0">
              <a:solidFill>
                <a:srgbClr val="363537"/>
              </a:solidFill>
              <a:latin typeface="AlternateGothic2 BT" panose="020B0608020202050204" pitchFamily="34" charset="0"/>
              <a:ea typeface="Roboto Bk" pitchFamily="2" charset="0"/>
              <a:cs typeface="Aharoni" panose="02010803020104030203" pitchFamily="2" charset="-79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8735" y="36830"/>
            <a:ext cx="76200" cy="76200"/>
            <a:chOff x="2211310" y="622833"/>
            <a:chExt cx="351310" cy="347500"/>
          </a:xfrm>
        </p:grpSpPr>
        <p:sp>
          <p:nvSpPr>
            <p:cNvPr id="49" name="Half Frame 48"/>
            <p:cNvSpPr/>
            <p:nvPr/>
          </p:nvSpPr>
          <p:spPr>
            <a:xfrm>
              <a:off x="2211310" y="62283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50" name="Half Frame 49"/>
            <p:cNvSpPr/>
            <p:nvPr/>
          </p:nvSpPr>
          <p:spPr>
            <a:xfrm rot="10800000">
              <a:off x="2230360" y="63807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pic>
        <p:nvPicPr>
          <p:cNvPr id="3" name="Imagen 2" descr="On Premise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" y="427990"/>
            <a:ext cx="3159760" cy="1148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55883" t="33452" r="15262" b="13956"/>
          <a:stretch>
            <a:fillRect/>
          </a:stretch>
        </p:blipFill>
        <p:spPr>
          <a:xfrm rot="16200000">
            <a:off x="692946" y="-693262"/>
            <a:ext cx="1814511" cy="3200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0401" y="36889"/>
            <a:ext cx="16764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363537"/>
                </a:solidFill>
                <a:latin typeface="AlternateGothic2 BT" panose="020B0608020202050204" pitchFamily="34" charset="0"/>
                <a:ea typeface="Roboto Bk" pitchFamily="2" charset="0"/>
                <a:cs typeface="Aharoni" panose="02010803020104030203" pitchFamily="2" charset="-79"/>
              </a:rPr>
              <a:t>AWS CLOUD</a:t>
            </a:r>
            <a:endParaRPr lang="es-MX" dirty="0">
              <a:solidFill>
                <a:srgbClr val="363537"/>
              </a:solidFill>
              <a:latin typeface="AlternateGothic2 BT" panose="020B0608020202050204" pitchFamily="34" charset="0"/>
              <a:ea typeface="Roboto Bk" pitchFamily="2" charset="0"/>
              <a:cs typeface="Aharoni" panose="02010803020104030203" pitchFamily="2" charset="-79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8735" y="36830"/>
            <a:ext cx="76200" cy="76200"/>
            <a:chOff x="2211310" y="622833"/>
            <a:chExt cx="351310" cy="347500"/>
          </a:xfrm>
        </p:grpSpPr>
        <p:sp>
          <p:nvSpPr>
            <p:cNvPr id="49" name="Half Frame 48"/>
            <p:cNvSpPr/>
            <p:nvPr/>
          </p:nvSpPr>
          <p:spPr>
            <a:xfrm>
              <a:off x="2211310" y="62283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50" name="Half Frame 49"/>
            <p:cNvSpPr/>
            <p:nvPr/>
          </p:nvSpPr>
          <p:spPr>
            <a:xfrm rot="10800000">
              <a:off x="2230360" y="638073"/>
              <a:ext cx="332260" cy="332260"/>
            </a:xfrm>
            <a:prstGeom prst="halfFrame">
              <a:avLst>
                <a:gd name="adj1" fmla="val 23013"/>
                <a:gd name="adj2" fmla="val 20719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 descr="AWS Cloud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" y="562610"/>
            <a:ext cx="3109595" cy="941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69</Words>
  <Application>WPS Presentation</Application>
  <PresentationFormat>自定义</PresentationFormat>
  <Paragraphs>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Aharoni</vt:lpstr>
      <vt:lpstr>Yu Gothic UI Semibold</vt:lpstr>
      <vt:lpstr>Roboto Bk</vt:lpstr>
      <vt:lpstr>Roboto</vt:lpstr>
      <vt:lpstr>AlternateGothic2 BT</vt:lpstr>
      <vt:lpstr>Segoe Print</vt:lpstr>
      <vt:lpstr>Times New Roman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Card</dc:title>
  <dc:creator>copyright@2019—dreamer; ABATARA1</dc:creator>
  <cp:lastModifiedBy>zahid Butron</cp:lastModifiedBy>
  <cp:revision>28</cp:revision>
  <dcterms:created xsi:type="dcterms:W3CDTF">2016-11-30T16:23:00Z</dcterms:created>
  <dcterms:modified xsi:type="dcterms:W3CDTF">2026-06-10T04:42:48Z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022CED074F434844BFE0EB1789C1FF46_13</vt:lpwstr>
  </property>
  <property fmtid="{D5CDD505-2E9C-101B-9397-08002B2CF9AE}" pid="3" name="KSOProductBuildVer">
    <vt:lpwstr>3082-12.2.0.23202</vt:lpwstr>
  </property>
</Properties>
</file>